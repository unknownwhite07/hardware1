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CE95FDB-D048-8FE4-797D-67B85C7F9BFB}">
          <p14:sldIdLst>
            <p14:sldId id="266"/>
            <p14:sldId id="257"/>
            <p14:sldId id="258"/>
          </p14:sldIdLst>
        </p14:section>
        <p14:section name="Components" id="{65F5FEBA-3FEC-4C33-88E9-F0A2A43F2241}">
          <p14:sldIdLst>
            <p14:sldId id="259"/>
            <p14:sldId id="260"/>
            <p14:sldId id="261"/>
          </p14:sldIdLst>
        </p14:section>
        <p14:section name="Working and Use" id="{10B4C783-B075-AC47-16B9-2347B91FA339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5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smart irrigation kit that waters a plant automatically when the soil is dry.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primary goal and four key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kit is, the problem it addresses and how it 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 = input. Battery holder =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Relay = controller. Pump =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 carries water. This build has no on/off switch: it stays active and autonomous.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Sensing, processing, switching, watering. The loop repeats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places where this system is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Summarise, then mention future upgrades.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371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Smart Irrigation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3"/>
                </a:solidFill>
              </a:rPr>
              <a:t>Hardware Capstone Project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Automatic plant watering using a soil moisture sensor, relay and water pump</a:t>
            </a:r>
            <a:endParaRPr lang="en-US" sz="1600" dirty="0"/>
          </a:p>
        </p:txBody>
      </p:sp>
      <p:sp>
        <p:nvSpPr>
          <p:cNvPr id="5" name="Hero circle"/>
          <p:cNvSpPr/>
          <p:nvPr/>
        </p:nvSpPr>
        <p:spPr>
          <a:xfrm>
            <a:off x="5943600" y="82296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 icon" descr="Plan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508760"/>
            <a:ext cx="1371600" cy="1371600"/>
          </a:xfrm>
          <a:prstGeom prst="rect">
            <a:avLst/>
          </a:prstGeom>
        </p:spPr>
      </p:pic>
      <p:sp>
        <p:nvSpPr>
          <p:cNvPr id="7" name="Water drop icon circle"/>
          <p:cNvSpPr/>
          <p:nvPr/>
        </p:nvSpPr>
        <p:spPr>
          <a:xfrm>
            <a:off x="5486400" y="32918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Water drop icon" descr="Water dro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70" y="3509010"/>
            <a:ext cx="434340" cy="434340"/>
          </a:xfrm>
          <a:prstGeom prst="rect">
            <a:avLst/>
          </a:prstGeom>
        </p:spPr>
      </p:pic>
      <p:sp>
        <p:nvSpPr>
          <p:cNvPr id="9" name="Power icon circle"/>
          <p:cNvSpPr/>
          <p:nvPr/>
        </p:nvSpPr>
        <p:spPr>
          <a:xfrm>
            <a:off x="7863840" y="356616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Power icon" descr="Pow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1010" y="3783330"/>
            <a:ext cx="43434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Objective</a:t>
            </a:r>
            <a:endParaRPr lang="en-US" sz="3200" dirty="0"/>
          </a:p>
        </p:txBody>
      </p:sp>
      <p:sp>
        <p:nvSpPr>
          <p:cNvPr id="3" name="Primary goal panel"/>
          <p:cNvSpPr/>
          <p:nvPr/>
        </p:nvSpPr>
        <p:spPr>
          <a:xfrm>
            <a:off x="548640" y="1280160"/>
            <a:ext cx="338328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Goal icon circle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Goal icon" descr="Goa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</a:rPr>
              <a:t>Primary Goal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To design and build an automated watering system that keeps plants healthy without manual monitoring.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1280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Key Objectives</a:t>
            </a:r>
            <a:endParaRPr lang="en-US" sz="1800" dirty="0"/>
          </a:p>
        </p:txBody>
      </p:sp>
      <p:sp>
        <p:nvSpPr>
          <p:cNvPr id="9" name="Objective icon 1 circle"/>
          <p:cNvSpPr/>
          <p:nvPr/>
        </p:nvSpPr>
        <p:spPr>
          <a:xfrm>
            <a:off x="429768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Objective icon 1" descr="Objective ic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74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Monitor soil moisture levels in real time using electronic sensors</a:t>
            </a:r>
            <a:endParaRPr lang="en-US" sz="1500" dirty="0"/>
          </a:p>
        </p:txBody>
      </p:sp>
      <p:sp>
        <p:nvSpPr>
          <p:cNvPr id="12" name="Objective icon 2 circle"/>
          <p:cNvSpPr/>
          <p:nvPr/>
        </p:nvSpPr>
        <p:spPr>
          <a:xfrm>
            <a:off x="429768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Objective icon 2" descr="Objective ico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606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0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Automate water pumping when the soil becomes dry</a:t>
            </a:r>
            <a:endParaRPr lang="en-US" sz="1500" dirty="0"/>
          </a:p>
        </p:txBody>
      </p:sp>
      <p:sp>
        <p:nvSpPr>
          <p:cNvPr id="15" name="Objective icon 3 circle"/>
          <p:cNvSpPr/>
          <p:nvPr/>
        </p:nvSpPr>
        <p:spPr>
          <a:xfrm>
            <a:off x="429768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Objective icon 3" descr="Objective ico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3375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29200" y="3200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Conserve water by supplying only the required amount</a:t>
            </a:r>
            <a:endParaRPr lang="en-US" sz="1500" dirty="0"/>
          </a:p>
        </p:txBody>
      </p:sp>
      <p:sp>
        <p:nvSpPr>
          <p:cNvPr id="18" name="Objective icon 4 circle"/>
          <p:cNvSpPr/>
          <p:nvPr/>
        </p:nvSpPr>
        <p:spPr>
          <a:xfrm>
            <a:off x="429768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Objective icon 4" descr="Objective ico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06908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02920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Build a simple, low-cost, standalone circuit powered by batteries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 and Overview</a:t>
            </a:r>
            <a:endParaRPr lang="en-US" sz="3200" dirty="0"/>
          </a:p>
        </p:txBody>
      </p:sp>
      <p:sp>
        <p:nvSpPr>
          <p:cNvPr id="3" name="Intro card 1"/>
          <p:cNvSpPr/>
          <p:nvPr/>
        </p:nvSpPr>
        <p:spPr>
          <a:xfrm>
            <a:off x="548640" y="128016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What is it? icon circle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What is it? icon" descr="What is it?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is it?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A smart agricultural and gardening science project kit designed to automate plant care.</a:t>
            </a:r>
            <a:endParaRPr lang="en-US" sz="1500" dirty="0"/>
          </a:p>
        </p:txBody>
      </p:sp>
      <p:sp>
        <p:nvSpPr>
          <p:cNvPr id="8" name="Intro card 2"/>
          <p:cNvSpPr/>
          <p:nvPr/>
        </p:nvSpPr>
        <p:spPr>
          <a:xfrm>
            <a:off x="3291840" y="128016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he Problem icon circle"/>
          <p:cNvSpPr/>
          <p:nvPr/>
        </p:nvSpPr>
        <p:spPr>
          <a:xfrm>
            <a:off x="3520440" y="15087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The Problem icon" descr="The Proble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7432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Traditional farming and home gardening suffer from over-watering or under-watering, leading to plant decay or dry soil.</a:t>
            </a:r>
            <a:endParaRPr lang="en-US" sz="1500" dirty="0"/>
          </a:p>
        </p:txBody>
      </p:sp>
      <p:sp>
        <p:nvSpPr>
          <p:cNvPr id="13" name="Intro card 3"/>
          <p:cNvSpPr/>
          <p:nvPr/>
        </p:nvSpPr>
        <p:spPr>
          <a:xfrm>
            <a:off x="6035040" y="128016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he Solution icon circle"/>
          <p:cNvSpPr/>
          <p:nvPr/>
        </p:nvSpPr>
        <p:spPr>
          <a:xfrm>
            <a:off x="626364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The Solution icon" descr="The Sol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7432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A closed-loop automated system that senses soil conditions and triggers watering instantly, with no manual intervention.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Component Breakdown: Part 1</a:t>
            </a:r>
            <a:endParaRPr lang="en-US" sz="3200" dirty="0"/>
          </a:p>
        </p:txBody>
      </p:sp>
      <p:sp>
        <p:nvSpPr>
          <p:cNvPr id="3" name="Card Soil Moisture Sensor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oil Moisture Sensor photo frame"/>
          <p:cNvSpPr/>
          <p:nvPr/>
        </p:nvSpPr>
        <p:spPr>
          <a:xfrm>
            <a:off x="786384" y="1517904"/>
            <a:ext cx="1216152" cy="121615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5" name="Soil Moisture Sensor photo" descr="Soil Moisture Senso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143000" cy="114300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94560" y="15544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Soil Moisture Sensor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Function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Detects soil moisture level in real time.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Role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Acts as the “eyes” of the project, measuring how wet or dry the soil is.</a:t>
            </a:r>
            <a:endParaRPr lang="en-US" sz="1500" dirty="0"/>
          </a:p>
        </p:txBody>
      </p:sp>
      <p:sp>
        <p:nvSpPr>
          <p:cNvPr id="8" name="Card 4×AA Battery Holder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4×AA Battery Holder photo frame"/>
          <p:cNvSpPr/>
          <p:nvPr/>
        </p:nvSpPr>
        <p:spPr>
          <a:xfrm>
            <a:off x="4901184" y="1517904"/>
            <a:ext cx="1216152" cy="121615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4×AA Battery Holder photo" descr="4×AA Battery Holder 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1143000" cy="1143000"/>
          </a:xfrm>
          <a:prstGeom prst="ellipse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9360" y="15544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4×AA Battery Holder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7889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Function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Powers the entire irrigation system.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Role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Provides a portable, safe, low-voltage (DC) power source for the circuit.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Component Breakdown: Part 2</a:t>
            </a:r>
            <a:endParaRPr lang="en-US" sz="3200" dirty="0"/>
          </a:p>
        </p:txBody>
      </p:sp>
      <p:sp>
        <p:nvSpPr>
          <p:cNvPr id="3" name="Card Relay Module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Relay Module photo frame"/>
          <p:cNvSpPr/>
          <p:nvPr/>
        </p:nvSpPr>
        <p:spPr>
          <a:xfrm>
            <a:off x="786384" y="1517904"/>
            <a:ext cx="1216152" cy="121615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5" name="Relay Module photo" descr="Relay Module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143000" cy="114300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94560" y="15544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Relay Module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Function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Automatically controls the water pump based on soil moisture signals.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Role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Acts as an electronic switch that opens or closes the circuit to turn the pump on or off safely.</a:t>
            </a:r>
            <a:endParaRPr lang="en-US" sz="1500" dirty="0"/>
          </a:p>
        </p:txBody>
      </p:sp>
      <p:sp>
        <p:nvSpPr>
          <p:cNvPr id="8" name="Card 5V Water Pump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5V Water Pump photo frame"/>
          <p:cNvSpPr/>
          <p:nvPr/>
        </p:nvSpPr>
        <p:spPr>
          <a:xfrm>
            <a:off x="4901184" y="1517904"/>
            <a:ext cx="1216152" cy="121615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5V Water Pump photo" descr="5V Water Pump 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1143000" cy="1143000"/>
          </a:xfrm>
          <a:prstGeom prst="ellipse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9360" y="15544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5V Water Pump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7889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Function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Pumps water from the source to the plant automatically.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Role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Delivers the physical water flow upon command from the relay module.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Component Breakdown: Part 3</a:t>
            </a:r>
            <a:endParaRPr lang="en-US" sz="3200" dirty="0"/>
          </a:p>
        </p:txBody>
      </p:sp>
      <p:sp>
        <p:nvSpPr>
          <p:cNvPr id="3" name="Card Water Pipe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Water Pipe photo frame"/>
          <p:cNvSpPr/>
          <p:nvPr/>
        </p:nvSpPr>
        <p:spPr>
          <a:xfrm>
            <a:off x="786384" y="1517904"/>
            <a:ext cx="1216152" cy="121615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5" name="Water Pipe photo" descr="Water Pipe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143000" cy="114300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94560" y="15544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Water Pipe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Function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Transparent pipe used to deliver water directly from the pump to the plant pot.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Role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Channels the water path efficiently and cleanly.</a:t>
            </a:r>
            <a:endParaRPr lang="en-US" sz="1500" dirty="0"/>
          </a:p>
        </p:txBody>
      </p:sp>
      <p:sp>
        <p:nvSpPr>
          <p:cNvPr id="8" name="Direct-connect card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Direct connect icon circle"/>
          <p:cNvSpPr/>
          <p:nvPr/>
        </p:nvSpPr>
        <p:spPr>
          <a:xfrm>
            <a:off x="4937760" y="155448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Direct connect icon" descr="Direct connec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783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3504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Direct-Connect Architecture (No Switch)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7432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</a:rPr>
              <a:t>The system is wired directly from the battery to the control circuitry, allowing it to remain continuously active and fully autonomous, with no manual switch needed.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Working Principle: How It Works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280160"/>
            <a:ext cx="1783080" cy="329184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tep number 1"/>
          <p:cNvSpPr/>
          <p:nvPr/>
        </p:nvSpPr>
        <p:spPr>
          <a:xfrm>
            <a:off x="685800" y="141732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ensing icon circle"/>
          <p:cNvSpPr/>
          <p:nvPr/>
        </p:nvSpPr>
        <p:spPr>
          <a:xfrm>
            <a:off x="109728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ensing icon" descr="Sens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3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Step 1: Sensing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0040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The soil moisture sensor probes the soil in the pot to continuously check moisture levels.</a:t>
            </a:r>
            <a:endParaRPr lang="en-US" sz="1300" dirty="0"/>
          </a:p>
        </p:txBody>
      </p:sp>
      <p:sp>
        <p:nvSpPr>
          <p:cNvPr id="9" name="Arrow 1"/>
          <p:cNvSpPr/>
          <p:nvPr/>
        </p:nvSpPr>
        <p:spPr>
          <a:xfrm>
            <a:off x="2377440" y="2743200"/>
            <a:ext cx="22860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tep card 2"/>
          <p:cNvSpPr/>
          <p:nvPr/>
        </p:nvSpPr>
        <p:spPr>
          <a:xfrm>
            <a:off x="2633472" y="1280160"/>
            <a:ext cx="1783080" cy="329184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tep number 2"/>
          <p:cNvSpPr/>
          <p:nvPr/>
        </p:nvSpPr>
        <p:spPr>
          <a:xfrm>
            <a:off x="2770632" y="141732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rocessing icon circle"/>
          <p:cNvSpPr/>
          <p:nvPr/>
        </p:nvSpPr>
        <p:spPr>
          <a:xfrm>
            <a:off x="3182112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Processing icon" descr="Process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562" y="190881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70632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Step 2: Processing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724912" y="320040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If the soil is dry, the sensor sends a signal to the relay module.</a:t>
            </a:r>
            <a:endParaRPr lang="en-US" sz="1300" dirty="0"/>
          </a:p>
        </p:txBody>
      </p:sp>
      <p:sp>
        <p:nvSpPr>
          <p:cNvPr id="16" name="Arrow 2"/>
          <p:cNvSpPr/>
          <p:nvPr/>
        </p:nvSpPr>
        <p:spPr>
          <a:xfrm>
            <a:off x="4462272" y="2743200"/>
            <a:ext cx="22860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tep card 3"/>
          <p:cNvSpPr/>
          <p:nvPr/>
        </p:nvSpPr>
        <p:spPr>
          <a:xfrm>
            <a:off x="4718304" y="1280160"/>
            <a:ext cx="1783080" cy="329184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tep number 3"/>
          <p:cNvSpPr/>
          <p:nvPr/>
        </p:nvSpPr>
        <p:spPr>
          <a:xfrm>
            <a:off x="4855464" y="141732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witching Action icon circle"/>
          <p:cNvSpPr/>
          <p:nvPr/>
        </p:nvSpPr>
        <p:spPr>
          <a:xfrm>
            <a:off x="5266944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witching Action icon" descr="Switching Ac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394" y="190881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55464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Step 3: Switching Action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809744" y="320040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The relay module triggers the 5V water pump to turn on.</a:t>
            </a:r>
            <a:endParaRPr lang="en-US" sz="1300" dirty="0"/>
          </a:p>
        </p:txBody>
      </p:sp>
      <p:sp>
        <p:nvSpPr>
          <p:cNvPr id="23" name="Arrow 3"/>
          <p:cNvSpPr/>
          <p:nvPr/>
        </p:nvSpPr>
        <p:spPr>
          <a:xfrm>
            <a:off x="6547104" y="2743200"/>
            <a:ext cx="22860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Step card 4"/>
          <p:cNvSpPr/>
          <p:nvPr/>
        </p:nvSpPr>
        <p:spPr>
          <a:xfrm>
            <a:off x="6803136" y="1280160"/>
            <a:ext cx="1783080" cy="329184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tep number 4"/>
          <p:cNvSpPr/>
          <p:nvPr/>
        </p:nvSpPr>
        <p:spPr>
          <a:xfrm>
            <a:off x="6940296" y="141732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Watering icon circle"/>
          <p:cNvSpPr/>
          <p:nvPr/>
        </p:nvSpPr>
        <p:spPr>
          <a:xfrm>
            <a:off x="7351776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Watering icon" descr="Waterin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3226" y="190881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40296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Step 4: Watering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894576" y="320040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Water flows through the pipe into the pot. Once the soil is wet enough, the sensor stops the pump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Applications</a:t>
            </a:r>
            <a:endParaRPr lang="en-US" sz="3200" dirty="0"/>
          </a:p>
        </p:txBody>
      </p:sp>
      <p:sp>
        <p:nvSpPr>
          <p:cNvPr id="3" name="Application card 1"/>
          <p:cNvSpPr/>
          <p:nvPr/>
        </p:nvSpPr>
        <p:spPr>
          <a:xfrm>
            <a:off x="5486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Home Gardening icon circle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Home Gardening icon" descr="Home Garden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Home Gardening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Perfect for potted plants at home, balconies or indoor spaces when owners are away.</a:t>
            </a:r>
            <a:endParaRPr lang="en-US" sz="1300" dirty="0"/>
          </a:p>
        </p:txBody>
      </p:sp>
      <p:sp>
        <p:nvSpPr>
          <p:cNvPr id="8" name="Application card 2"/>
          <p:cNvSpPr/>
          <p:nvPr/>
        </p:nvSpPr>
        <p:spPr>
          <a:xfrm>
            <a:off x="46634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mart Agriculture / Greenhouses icon circle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Smart Agriculture / Greenhouses icon" descr="Smart Agriculture / Greenhouse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Smart Agriculture / Greenhouses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Small-scale automated crop management to optimize water usage.</a:t>
            </a:r>
            <a:endParaRPr lang="en-US" sz="1300" dirty="0"/>
          </a:p>
        </p:txBody>
      </p:sp>
      <p:sp>
        <p:nvSpPr>
          <p:cNvPr id="13" name="Application card 3"/>
          <p:cNvSpPr/>
          <p:nvPr/>
        </p:nvSpPr>
        <p:spPr>
          <a:xfrm>
            <a:off x="548640" y="297180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Educational Projects icon circle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Educational Projects icon" descr="Educational Project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3604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Educational Projects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Excellent for school and college kits to learn electronics, automation and sensors.</a:t>
            </a:r>
            <a:endParaRPr lang="en-US" sz="1300" dirty="0"/>
          </a:p>
        </p:txBody>
      </p:sp>
      <p:sp>
        <p:nvSpPr>
          <p:cNvPr id="18" name="Application card 4"/>
          <p:cNvSpPr/>
          <p:nvPr/>
        </p:nvSpPr>
        <p:spPr>
          <a:xfrm>
            <a:off x="4663440" y="297180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Nursery Plant Care icon circle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Nursery Plant Care icon" descr="Nursery Plant Car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3604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Nursery Plant Care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Helps plant nurseries maintain uniform moisture for young saplings.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Advantages and Key Features</a:t>
            </a:r>
            <a:endParaRPr lang="en-US" sz="3200" dirty="0"/>
          </a:p>
        </p:txBody>
      </p:sp>
      <p:sp>
        <p:nvSpPr>
          <p:cNvPr id="3" name="Advantage card 1"/>
          <p:cNvSpPr/>
          <p:nvPr/>
        </p:nvSpPr>
        <p:spPr>
          <a:xfrm>
            <a:off x="5486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Fully Automated icon circle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ully Automated icon" descr="Fully Automate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Fully Automated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Operates independently based on real-time soil conditions.</a:t>
            </a:r>
            <a:endParaRPr lang="en-US" sz="1300" dirty="0"/>
          </a:p>
        </p:txBody>
      </p:sp>
      <p:sp>
        <p:nvSpPr>
          <p:cNvPr id="8" name="Advantage card 2"/>
          <p:cNvSpPr/>
          <p:nvPr/>
        </p:nvSpPr>
        <p:spPr>
          <a:xfrm>
            <a:off x="46634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Water Conservation icon circle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Water Conservation icon" descr="Water Conserv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Water Conservation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Prevents water wastage by watering only when needed.</a:t>
            </a:r>
            <a:endParaRPr lang="en-US" sz="1300" dirty="0"/>
          </a:p>
        </p:txBody>
      </p:sp>
      <p:sp>
        <p:nvSpPr>
          <p:cNvPr id="13" name="Advantage card 3"/>
          <p:cNvSpPr/>
          <p:nvPr/>
        </p:nvSpPr>
        <p:spPr>
          <a:xfrm>
            <a:off x="548640" y="297180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Low Voltage and Safe icon circle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Low Voltage and Safe icon" descr="Low Voltage and Saf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3604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Low Voltage and Safe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Uses a simple 4×AA battery setup, making it safe to handle.</a:t>
            </a:r>
            <a:endParaRPr lang="en-US" sz="1300" dirty="0"/>
          </a:p>
        </p:txBody>
      </p:sp>
      <p:sp>
        <p:nvSpPr>
          <p:cNvPr id="18" name="Advantage card 4"/>
          <p:cNvSpPr/>
          <p:nvPr/>
        </p:nvSpPr>
        <p:spPr>
          <a:xfrm>
            <a:off x="4663440" y="297180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Low Cost and Simple icon circle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Low Cost and Simple icon" descr="Low Cost and Simpl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3604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Low Cost and Simple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Easy to assemble, repair and understand as a beginner hardware project.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ummary panel"/>
          <p:cNvSpPr/>
          <p:nvPr/>
        </p:nvSpPr>
        <p:spPr>
          <a:xfrm>
            <a:off x="548640" y="1280160"/>
            <a:ext cx="804672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Summary: </a:t>
            </a:r>
            <a:r>
              <a:rPr lang="en-US" sz="1800" dirty="0">
                <a:solidFill>
                  <a:schemeClr val="bg1"/>
                </a:solidFill>
              </a:rPr>
              <a:t>The Smart Irrigation System shows how simple hardware components (sensor, relay and pump) can work together to automate daily chores.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6" name="Future icon 1 circle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Future icon 1" descr="Future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39471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32461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Upgrade with microcontrollers like Arduino or ESP8266 for IoT-based smartphone monitoring.</a:t>
            </a:r>
            <a:endParaRPr lang="en-US" sz="1600" dirty="0"/>
          </a:p>
        </p:txBody>
      </p:sp>
      <p:sp>
        <p:nvSpPr>
          <p:cNvPr id="9" name="Future icon 2 circle"/>
          <p:cNvSpPr/>
          <p:nvPr/>
        </p:nvSpPr>
        <p:spPr>
          <a:xfrm>
            <a:off x="548640" y="40233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Future icon 2" descr="Future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417195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0233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Integrate solar panels for a sustainable green-energy power supply.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Irrigation">
  <a:themeElements>
    <a:clrScheme name="Smart Irrigation">
      <a:dk1>
        <a:srgbClr val="1B2A22"/>
      </a:dk1>
      <a:lt1>
        <a:srgbClr val="FFFFFF"/>
      </a:lt1>
      <a:dk2>
        <a:srgbClr val="14532D"/>
      </a:dk2>
      <a:lt2>
        <a:srgbClr val="ECF7EF"/>
      </a:lt2>
      <a:accent1>
        <a:srgbClr val="16A34A"/>
      </a:accent1>
      <a:accent2>
        <a:srgbClr val="0284C7"/>
      </a:accent2>
      <a:accent3>
        <a:srgbClr val="F59E0B"/>
      </a:accent3>
      <a:accent4>
        <a:srgbClr val="65A30D"/>
      </a:accent4>
      <a:accent5>
        <a:srgbClr val="0F766E"/>
      </a:accent5>
      <a:accent6>
        <a:srgbClr val="DC2626"/>
      </a:accent6>
      <a:hlink>
        <a:srgbClr val="0284C7"/>
      </a:hlink>
      <a:folHlink>
        <a:srgbClr val="6B7280"/>
      </a:folHlink>
    </a:clrScheme>
    <a:fontScheme name="Smart Irr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732</Words>
  <Application>Microsoft Office PowerPoint</Application>
  <PresentationFormat>On-screen Show (16:9)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Smart Irrigation</vt:lpstr>
      <vt:lpstr>Smart Irrigation System</vt:lpstr>
      <vt:lpstr>Project Objective</vt:lpstr>
      <vt:lpstr>Introduction and Overview</vt:lpstr>
      <vt:lpstr>Component Breakdown: Part 1</vt:lpstr>
      <vt:lpstr>Component Breakdown: Part 2</vt:lpstr>
      <vt:lpstr>Component Breakdown: Part 3</vt:lpstr>
      <vt:lpstr>Working Principle: How It Works</vt:lpstr>
      <vt:lpstr>Applications</vt:lpstr>
      <vt:lpstr>Advantages and Key Features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System - Hardware Capstone Project</dc:title>
  <dc:subject>PptxGenJS Presentation</dc:subject>
  <dc:creator>PptxGenJS</dc:creator>
  <cp:lastModifiedBy>Administrator</cp:lastModifiedBy>
  <cp:revision>2</cp:revision>
  <dcterms:created xsi:type="dcterms:W3CDTF">2026-10-22T15:14:22Z</dcterms:created>
  <dcterms:modified xsi:type="dcterms:W3CDTF">2026-10-22T15:21:25Z</dcterms:modified>
</cp:coreProperties>
</file>